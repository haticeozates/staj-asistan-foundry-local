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46b56954248cd" /><Relationship Type="http://schemas.openxmlformats.org/officeDocument/2006/relationships/extended-properties" Target="/docProps/app.xml" Id="R1796ddfd44b34a5e" /><Relationship Type="http://schemas.openxmlformats.org/officeDocument/2006/relationships/officeDocument" Target="/ppt/presentation.xml" Id="R8b541f5edee4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fd9ead2f74b88"/>
  </p:sldMasterIdLst>
  <p:notesMasterIdLst>
    <p:notesMasterId xmlns:r="http://schemas.openxmlformats.org/officeDocument/2006/relationships" r:id="Re4b2f5164417460a"/>
  </p:notesMasterIdLst>
  <p:sldIdLst>
    <p:sldId xmlns:r="http://schemas.openxmlformats.org/officeDocument/2006/relationships" id="256" r:id="R9b77794d1a3d430f"/>
    <p:sldId xmlns:r="http://schemas.openxmlformats.org/officeDocument/2006/relationships" id="257" r:id="Rfdf1158eeebb4853"/>
    <p:sldId xmlns:r="http://schemas.openxmlformats.org/officeDocument/2006/relationships" id="258" r:id="R35badaf31fda48be"/>
    <p:sldId xmlns:r="http://schemas.openxmlformats.org/officeDocument/2006/relationships" id="259" r:id="R601233581d3b46ab"/>
    <p:sldId xmlns:r="http://schemas.openxmlformats.org/officeDocument/2006/relationships" id="260" r:id="R11936791835b47f2"/>
    <p:sldId xmlns:r="http://schemas.openxmlformats.org/officeDocument/2006/relationships" id="261" r:id="R392e76e0054c4f09"/>
    <p:sldId xmlns:r="http://schemas.openxmlformats.org/officeDocument/2006/relationships" id="262" r:id="Ra5dd4ea66b5d42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f4a3fc1144b1e" /><Relationship Type="http://schemas.openxmlformats.org/officeDocument/2006/relationships/slideMaster" Target="/ppt/slideMasters/slideMaster1.xml" Id="Rf1cfd9ead2f74b88" /><Relationship Type="http://schemas.openxmlformats.org/officeDocument/2006/relationships/notesMaster" Target="/ppt/notesMasters/notesMaster1.xml" Id="Re4b2f5164417460a" /><Relationship Type="http://schemas.openxmlformats.org/officeDocument/2006/relationships/presProps" Target="/ppt/presProps.xml" Id="R19db6509b4f548c9" /><Relationship Type="http://schemas.openxmlformats.org/officeDocument/2006/relationships/tableStyles" Target="/ppt/tableStyles.xml" Id="R6012dc8404754d38" /><Relationship Type="http://schemas.openxmlformats.org/officeDocument/2006/relationships/slide" Target="/ppt/slides/slide1.xml" Id="R9b77794d1a3d430f" /><Relationship Type="http://schemas.openxmlformats.org/officeDocument/2006/relationships/slide" Target="/ppt/slides/slide2.xml" Id="Rfdf1158eeebb4853" /><Relationship Type="http://schemas.openxmlformats.org/officeDocument/2006/relationships/slide" Target="/ppt/slides/slide3.xml" Id="R35badaf31fda48be" /><Relationship Type="http://schemas.openxmlformats.org/officeDocument/2006/relationships/slide" Target="/ppt/slides/slide4.xml" Id="R601233581d3b46ab" /><Relationship Type="http://schemas.openxmlformats.org/officeDocument/2006/relationships/slide" Target="/ppt/slides/slide5.xml" Id="R11936791835b47f2" /><Relationship Type="http://schemas.openxmlformats.org/officeDocument/2006/relationships/slide" Target="/ppt/slides/slide6.xml" Id="R392e76e0054c4f09" /><Relationship Type="http://schemas.openxmlformats.org/officeDocument/2006/relationships/slide" Target="/ppt/slides/slide7.xml" Id="Ra5dd4ea66b5d42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857ba1088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640bbcc2f04fc3" /><Relationship Type="http://schemas.openxmlformats.org/officeDocument/2006/relationships/notesMaster" Target="/ppt/notesMasters/notesMaster1.xml" Id="R53e3773ce42d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bd8551f41462d" /><Relationship Type="http://schemas.openxmlformats.org/officeDocument/2006/relationships/notesMaster" Target="/ppt/notesMasters/notesMaster1.xml" Id="R6627192df07849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2c2e9108844186" /><Relationship Type="http://schemas.openxmlformats.org/officeDocument/2006/relationships/notesMaster" Target="/ppt/notesMasters/notesMaster1.xml" Id="Rfeada59d58804b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9fbaa0ef2143ea" /><Relationship Type="http://schemas.openxmlformats.org/officeDocument/2006/relationships/notesMaster" Target="/ppt/notesMasters/notesMaster1.xml" Id="R978cf49643ae4c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6b9c6e046e42f8" /><Relationship Type="http://schemas.openxmlformats.org/officeDocument/2006/relationships/notesMaster" Target="/ppt/notesMasters/notesMaster1.xml" Id="R4eed5e19571c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5f37a950784386" /><Relationship Type="http://schemas.openxmlformats.org/officeDocument/2006/relationships/notesMaster" Target="/ppt/notesMasters/notesMaster1.xml" Id="R772ed3f92237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6a49a9c5bc467b" /><Relationship Type="http://schemas.openxmlformats.org/officeDocument/2006/relationships/notesMaster" Target="/ppt/notesMasters/notesMaster1.xml" Id="R58d9452e7cd846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Açılış: Bu bir genel chatbot değil. Kişisel verili staj arşivinde, yalnız kanıt varsa cevap veren yerel bir operasyon asistanı.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cümlesi: Asıl değer soru cevaplamak değil, doğru kaynaktan ve gizlilik sınırını aşmadan cevaplamak.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Burada ürün sınırını savun: otomatik gönderim yok; bu eksik özellik değil, güvenlik ve sorumluluk kararı.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Akışı hızlı anlat: parse, mask, chunk, embedding, retrieval, refusal. Telegram varsa bile çıkış noktası onay kuyruğu.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esnasında gerçek arşivden ekran görüntüsü alınmamalı. Örnek veri hem güvenli hem jüri için yeterli.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teslim kanıtı: test sayısı, branch/PR durumu ve gizlilik sınırı. PR açık, main merge onayı ayrıca verilecek.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Kayıt boyunca özel veriye geçme. Telegram pilotunu kod ve ürün sınırı olarak anlat; canlı gruba bağlanmadığını dürüstçe söyle.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00885a3cd42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d5d3aa0c74e0a" /><Relationship Type="http://schemas.openxmlformats.org/officeDocument/2006/relationships/slideLayout" Target="/ppt/slideLayouts/slideLayout1.xml" Id="Rfe1e9255d62e48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e9255d62e48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ed36ec4e6448e" /><Relationship Type="http://schemas.openxmlformats.org/officeDocument/2006/relationships/notesSlide" Target="/ppt/notesSlides/notesSlide1.xml" Id="R2e1ceacb20f3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6cbeb016d4bdb" /><Relationship Type="http://schemas.openxmlformats.org/officeDocument/2006/relationships/notesSlide" Target="/ppt/notesSlides/notesSlide2.xml" Id="R6470febbf5514a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83348694f422b" /><Relationship Type="http://schemas.openxmlformats.org/officeDocument/2006/relationships/notesSlide" Target="/ppt/notesSlides/notesSlide3.xml" Id="Rb36c799a54e046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487d1b2e44f74" /><Relationship Type="http://schemas.openxmlformats.org/officeDocument/2006/relationships/notesSlide" Target="/ppt/notesSlides/notesSlide4.xml" Id="Re20b8c8845bd46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35ae838034b01" /><Relationship Type="http://schemas.openxmlformats.org/officeDocument/2006/relationships/image" Target="/ppt/media/image.png" Id="R11ca9028a2a1410c" /><Relationship Type="http://schemas.openxmlformats.org/officeDocument/2006/relationships/notesSlide" Target="/ppt/notesSlides/notesSlide5.xml" Id="R5606bb92f0ba4f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649f0ebd3441b" /><Relationship Type="http://schemas.openxmlformats.org/officeDocument/2006/relationships/notesSlide" Target="/ppt/notesSlides/notesSlide6.xml" Id="Rdcbc7151e19a46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db4ccee1d46e1" /><Relationship Type="http://schemas.openxmlformats.org/officeDocument/2006/relationships/notesSlide" Target="/ppt/notesSlides/notesSlide7.xml" Id="Rc2d533f80a76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695DB-AA98-45AB-90CC-E7BE5576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STAJASISTAN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4030B-450B-4B37-8D23-72720B59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Kanıta bağlı,</a:t>
            </a:r>
          </a:p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yerel grup operasyon asistanı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8B279-1CB3-4291-BECD-A315F7C0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866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Microsoft AI Innovators yaz stajında tekrar eden teslim, video, sertifika ve liste sorularını özel veriyi buluta taşımadan yanıtlar.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EAEAA-CC28-4C03-8364-5F533EB2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314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667EA-323A-4617-BBD3-05057EA4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2.150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87ECA-2A3F-42DB-A98B-7A0C90C3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yerel arşiv mesajı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1E9B9-7D11-4D89-B3CE-99AB4026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05400"/>
            <a:ext cx="314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E94C7-2442-4C57-B881-52806DCB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57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1.004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235B2-01D2-4C1B-A2A4-4BD2535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753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maskeli indeks parçası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CE5B2-756D-436C-A351-C5473F6A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05400"/>
            <a:ext cx="314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07AD1-3FFA-4F19-BA30-4798177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419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9B3A1-9D09-4F30-9881-78904B60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753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geçen otomatik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8297F-E883-47C2-8B20-DBA8AFEC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StajAsistan 2.0  /  1</a:t>
            </a:r>
          </a:p>
        </p:txBody>
      </p:sp>
    </p:spTree>
    <p:extLst>
      <p:ext uri="{BB962C8B-B14F-4D97-AF65-F5344CB8AC3E}">
        <p14:creationId xmlns:p14="http://schemas.microsoft.com/office/powerpoint/2010/main" val="179864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98471-532E-4A1A-8323-94086630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A3AA1-9CAD-4264-A8ED-896D8575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Cevaplar var ama güvenli ve erişilebilir değildi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69D5A-EACC-4652-ACB5-A1C0899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517F5-5576-4B1B-A15B-CE7BA585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Aynı sorular tekrar ediyor; doğru cevaplar kısa, dağınık ve çoğu zaman başka birinin mesajının altında kalıyor.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3B658-9249-43D7-943B-F21861E8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371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3C8BE-DD51-44AA-AAC8-DD082CF8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DAĞINIK KAYNAK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294A0-4698-435D-A9B4-5783CADF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Üç grup, e-posta ve liste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442BA-5FD2-43B6-A7F2-531A2403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Katılımcı sorusu başka kanalda, resmi cevap başka gün ve başka başlıkta duruyor.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67E3B-84FD-4827-8B47-F94C76DC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3371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7DE7C-3D61-4B1B-85B1-5EA41775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GİZLİLİK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5F4F6-DAAE-4BDB-BF1F-BCB8365B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Ham arşiv buluta çıkamaz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498E9-5D59-4BBA-AF55-C0ECFF56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İsimler, e-postalar, telefonlar ve yüzlerce kişilik liste yerel kalmalı.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16772-FD08-4ACC-9B55-78F0059E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3371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7CF59-83F7-4833-8F51-4E823D28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OTORİTE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08187-CC3F-4F39-8E52-79A54565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0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Uzun cevap doğru cevap değildir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5C27E-A87E-499A-9F09-40D9763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Katılımcı tahminleri değil, eğitmen mesajları ağırlık kazanmalı.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EE3AC-A27B-4257-B97D-ED420B7A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StajAsistan 2.0  /  2</a:t>
            </a:r>
          </a:p>
        </p:txBody>
      </p:sp>
    </p:spTree>
    <p:extLst>
      <p:ext uri="{BB962C8B-B14F-4D97-AF65-F5344CB8AC3E}">
        <p14:creationId xmlns:p14="http://schemas.microsoft.com/office/powerpoint/2010/main" val="581288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04A49-9444-4B51-9C15-A860C8F5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ÜRÜN KARARI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FC1E3-49C9-41ED-815E-817D7E88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Asistan taslak üretir, son sözü insan verir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FA1D6-B31F-43B3-B9E7-52A2BC9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2ECEB-41D9-411D-9912-FFB6943C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Bu sınır bilinçli: program grubuna gidecek metin otomatikleşmedi. Sistem üç karar üretir.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0240A-F73E-4FB4-A121-DD3F0029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A095C-C9DC-4A6B-A7E3-D3955758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Taslak hazır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F7F2B-F5BA-4506-B872-A94B92E3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Rutin ve kanıtlı konularda cevap kopyalanabilir.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5BE4B-C58B-466D-A4BC-04786D6D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6E553-954C-4237-97A1-7F2BAF30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147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İnsan onayı şart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FC8BD-A652-4AF2-915C-7E8E1AA0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8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Liste, sertifika, düzeltme ve kişisel kayıt konuları bekletilir.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C4F1D-D901-4099-972A-E99296A8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863D7-4370-45D9-B3D1-A73D7FAA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Cevaplama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6FE7F-DB3F-4A4A-AF9F-684D4FA5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Kanıt yoksa taslak yoktur; model çağrısı yapılmaz.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FC140-E82A-45C6-AA8E-1EB281FB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StajAsistan 2.0  /  3</a:t>
            </a:r>
          </a:p>
        </p:txBody>
      </p:sp>
    </p:spTree>
    <p:extLst>
      <p:ext uri="{BB962C8B-B14F-4D97-AF65-F5344CB8AC3E}">
        <p14:creationId xmlns:p14="http://schemas.microsoft.com/office/powerpoint/2010/main" val="741620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7D145F-D4EE-4B21-9DF9-86A45B48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MIMARI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66EAE-3366-44F5-A57D-F2AFBAB3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Gizlilik ingestion aşamasında başlar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98F69-19DC-48D5-874A-8758B369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78900-3C1A-402A-9A11-2A1DABDD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81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3001A-E38E-4181-A0A1-2FEA3F9E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861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WhatsApp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5EDDD-2E25-4155-B757-D22E889C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337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79B8C-7DA2-41AF-AC91-C23F8920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67050"/>
            <a:ext cx="1581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D4D2E-FD7A-4144-821F-9DD04D58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2861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Maskeleme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E6F26-6F4B-4B25-97AC-DA6272E1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337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0A496-4D9A-41D5-877F-FD7E5622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1581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43F09-B6EF-40B9-9063-8370E7B0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861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Hybrid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E657A-EF93-49FD-8FD2-B43B918E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3337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4C197-3BEC-43C7-8D79-FC040B3E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67050"/>
            <a:ext cx="1581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59B13-72A0-45EB-8704-8244230F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2861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Kanıt eşiği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BEB36-8A29-439C-9E3B-EB41A2F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337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9FA10-9B3B-482F-8EAF-2E02340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1581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2C8D2-FEBA-47C7-A045-046BCCB3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861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Cevap veya refusal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51922-2224-4941-AFDD-44E98C45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3337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E0D08-9143-47FC-AE80-1CFA72D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581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12CC0-3FA0-4170-BDB9-BCDDB05F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861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Onay kuyruğu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F8053-3197-4D24-8DF0-0CD46D11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Maskelenmemiş ham sohbet repoya girmez. İndeks yalnız yerel makinede durur; kaynak varsa cevap, yoksa susma yolu çalışır.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D277F-E588-49C5-B971-8243D8A5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StajAsistan 2.0  /  4</a:t>
            </a:r>
          </a:p>
        </p:txBody>
      </p:sp>
    </p:spTree>
    <p:extLst>
      <p:ext uri="{BB962C8B-B14F-4D97-AF65-F5344CB8AC3E}">
        <p14:creationId xmlns:p14="http://schemas.microsoft.com/office/powerpoint/2010/main" val="1484681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5D839-0B1A-4FE8-A6B2-25D51041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DEMO EKRANI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D4089-4A01-4EB5-A4AC-6C0E1B7D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Kayıt güvenli örnek veriyle çekilir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FFC81-4B00-4461-882B-B403AC4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C6691-7E74-4B3B-B4FF-79D0A76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8580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a9028a2a1410c"/>
          <a:stretch xmlns:a="http://schemas.openxmlformats.org/drawingml/2006/main"/>
        </p:blipFill>
        <p:spPr>
          <a:xfrm xmlns:a="http://schemas.openxmlformats.org/drawingml/2006/main">
            <a:off x="2107847" y="2114550"/>
            <a:ext cx="3747206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F5688-5ABA-41BA-8C8B-6C0B14FE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Ekranda gösterilecekler: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1. Örnek veri yükle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2. Teslim sorusu sor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3. Citation panelini göster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4. Gelen mesaj simülasyonuna geç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5. Konu dışı soruda refusal göster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8FB38-5899-4E4A-94D0-A2E53F6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00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Gerçek WhatsApp arşivi, özel indeks ve onay kuyruğu ekranı videoya girmez.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2D0C9-A866-41FC-96DF-3333748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StajAsistan 2.0  /  5</a:t>
            </a:r>
          </a:p>
        </p:txBody>
      </p:sp>
    </p:spTree>
    <p:extLst>
      <p:ext uri="{BB962C8B-B14F-4D97-AF65-F5344CB8AC3E}">
        <p14:creationId xmlns:p14="http://schemas.microsoft.com/office/powerpoint/2010/main" val="284515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6D5B0E-591E-4E4E-BDFA-21B0CE3B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KANIT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5D9E2-66B6-4613-BED2-FA4F233E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Kod hazır, test yeşil, PR temiz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E7B39-C79F-4937-81FA-89A1D8EB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DD0BF-D98D-4937-8254-2990668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905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779F1-0526-4B4F-9E79-11D9DD92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54483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$ git status -sb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## feature/telegram-operations-pilot...origin/feature/telegram-operations-pilot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$ pytest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419 passed, 18 skipped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PR #1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open / mergeable clean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feature branch → 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678F3-91F3-4356-A199-581022BB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0005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Gizlilik kontrolü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Gizli ortam dosyası commit edilmedi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Ham sohbet arşivi commit edilmedi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Private indeks commit edilmedi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ZIP ve chat export dosyaları commit edilmedi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Telegram token yok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Gerçek chat ID yok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ABE48-0E36-41C7-B594-F3733EB8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292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PR: github.com/haticeozates/staj-asistan-foundry-local/pull/1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0A5CD-CC02-41F5-A66F-FAAAB176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StajAsistan 2.0  /  6</a:t>
            </a:r>
          </a:p>
        </p:txBody>
      </p:sp>
    </p:spTree>
    <p:extLst>
      <p:ext uri="{BB962C8B-B14F-4D97-AF65-F5344CB8AC3E}">
        <p14:creationId xmlns:p14="http://schemas.microsoft.com/office/powerpoint/2010/main" val="109177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3D2B9-55AB-44FF-ADD6-0E43204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VIDEO AKIŞI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2D590-401F-4F5B-BE09-FF9517A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Sekiz dakikada ürünü ve sınırı kanıtla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ED973-FCAF-4B05-BBBE-C1A8AD6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3E85E-4DD3-4AC7-B13F-ED6C1BE5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B1EC3-EA24-44E1-93E2-4EC54E2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79F35-9DE5-4E2B-9D37-BA6B6F3C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PR ve README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C89A6-E2CB-4310-8517-2458317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Kod GitHub’da, ham veri yok.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70506-0D91-443A-BFDF-D5C7DA52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72FD8-8D39-4331-8241-AC79EEFE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D46FF-C4F9-4D63-8FC2-60E6D7ED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Örnek veri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CFF39-4EA4-42F0-AF09-DFF10A6C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Streamlit güvenli demo ile açılır.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81737-6D3E-4969-A2FB-0033786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54EE4-E467-465F-BD3E-3934DD6A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43D1A-24C2-4680-9292-405C77D2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Grounded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F357A-3DA2-4B28-B1CE-446FE2BB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Teslim sorusu ve citation paneli.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A330A-5DE1-47DA-BE87-954FB2AD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36B23-298D-4301-ABE1-76E6F1E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44D37-EC0F-4D24-821B-44CF848E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Triage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955F8-AF61-452E-8BA0-DC90D8C8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Mesaj sınıflandırma ve taslak.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33EB6-6EFA-47B6-8843-AA9EEF68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C77CC-8AAD-45A8-BF19-6FAAF71D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3E10A-B11E-4CC0-8F40-7B682312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Refusal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E3790-C188-43EB-86CF-19DC1011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Kanıt yoksa cevap yok.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9BC46-B72A-4AE1-8B24-D1A17000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A5965-BA71-42E5-BC58-875FC855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5624A-4094-4CB3-84A9-C3328F92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67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Kapanış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7685F2-D34A-4249-BC99-43406D0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Yerel RAG, insan onayı, gizlilik.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C7128-865A-481C-9D1E-420A8E1F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Kapanış cümlesi: “Bulut chatbot değil; kişisel verili arşivde kanıta bağlı, yerel ve insan onaylı operasyon asistanı.”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446E9D-4063-47F8-9505-69A20CE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StajAsistan 2.0  /  7</a:t>
            </a:r>
          </a:p>
        </p:txBody>
      </p:sp>
    </p:spTree>
    <p:extLst>
      <p:ext uri="{BB962C8B-B14F-4D97-AF65-F5344CB8AC3E}">
        <p14:creationId xmlns:p14="http://schemas.microsoft.com/office/powerpoint/2010/main" val="426349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2026-09-30T20:04:59.2280000Z</dcterms:created>
  <dcterms:modified xsi:type="dcterms:W3CDTF">2026-09-30T20:04:59.2280000Z</dcterms:modified>
</coreProperties>
</file>